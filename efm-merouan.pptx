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anva Sans" panose="020B0604020202020204" charset="0"/>
      <p:regular r:id="rId3"/>
    </p:embeddedFont>
    <p:embeddedFont>
      <p:font typeface="Canva Sans Bold" panose="020B0604020202020204" charset="0"/>
      <p:regular r:id="rId4"/>
    </p:embeddedFont>
    <p:embeddedFont>
      <p:font typeface="Open Sans Bold" panose="020B0604020202020204" charset="0"/>
      <p:regular r:id="rId5"/>
    </p:embeddedFont>
    <p:embeddedFont>
      <p:font typeface="Playpen Sans Bold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445" y="-344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jpe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33" Type="http://schemas.openxmlformats.org/officeDocument/2006/relationships/image" Target="../media/image32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179750"/>
            <a:ext cx="7560000" cy="2027684"/>
          </a:xfrm>
          <a:custGeom>
            <a:avLst/>
            <a:gdLst/>
            <a:ahLst/>
            <a:cxnLst/>
            <a:rect l="l" t="t" r="r" b="b"/>
            <a:pathLst>
              <a:path w="7560000" h="2027684">
                <a:moveTo>
                  <a:pt x="0" y="0"/>
                </a:moveTo>
                <a:lnTo>
                  <a:pt x="7560000" y="0"/>
                </a:lnTo>
                <a:lnTo>
                  <a:pt x="7560000" y="2027684"/>
                </a:lnTo>
                <a:lnTo>
                  <a:pt x="0" y="20276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7547" r="-1096" b="-4716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2944998"/>
            <a:ext cx="7562126" cy="2267772"/>
          </a:xfrm>
          <a:custGeom>
            <a:avLst/>
            <a:gdLst/>
            <a:ahLst/>
            <a:cxnLst/>
            <a:rect l="l" t="t" r="r" b="b"/>
            <a:pathLst>
              <a:path w="7700769" h="2330874">
                <a:moveTo>
                  <a:pt x="0" y="0"/>
                </a:moveTo>
                <a:lnTo>
                  <a:pt x="7700769" y="0"/>
                </a:lnTo>
                <a:lnTo>
                  <a:pt x="7700769" y="2330874"/>
                </a:lnTo>
                <a:lnTo>
                  <a:pt x="0" y="23308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37" r="-938" b="-4640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091782" y="4865727"/>
            <a:ext cx="1881105" cy="1808854"/>
          </a:xfrm>
          <a:custGeom>
            <a:avLst/>
            <a:gdLst/>
            <a:ahLst/>
            <a:cxnLst/>
            <a:rect l="l" t="t" r="r" b="b"/>
            <a:pathLst>
              <a:path w="1881105" h="1808854">
                <a:moveTo>
                  <a:pt x="0" y="0"/>
                </a:moveTo>
                <a:lnTo>
                  <a:pt x="1881105" y="0"/>
                </a:lnTo>
                <a:lnTo>
                  <a:pt x="1881105" y="1808853"/>
                </a:lnTo>
                <a:lnTo>
                  <a:pt x="0" y="18088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7560000" cy="2459014"/>
          </a:xfrm>
          <a:custGeom>
            <a:avLst/>
            <a:gdLst/>
            <a:ahLst/>
            <a:cxnLst/>
            <a:rect l="l" t="t" r="r" b="b"/>
            <a:pathLst>
              <a:path w="7560000" h="2459014">
                <a:moveTo>
                  <a:pt x="0" y="0"/>
                </a:moveTo>
                <a:lnTo>
                  <a:pt x="7560000" y="0"/>
                </a:lnTo>
                <a:lnTo>
                  <a:pt x="7560000" y="2459014"/>
                </a:lnTo>
                <a:lnTo>
                  <a:pt x="0" y="24590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6894" t="-85172" r="-6479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66941"/>
            <a:ext cx="7653584" cy="1578114"/>
          </a:xfrm>
          <a:custGeom>
            <a:avLst/>
            <a:gdLst/>
            <a:ahLst/>
            <a:cxnLst/>
            <a:rect l="l" t="t" r="r" b="b"/>
            <a:pathLst>
              <a:path w="7653584" h="1578114">
                <a:moveTo>
                  <a:pt x="0" y="0"/>
                </a:moveTo>
                <a:lnTo>
                  <a:pt x="7653584" y="0"/>
                </a:lnTo>
                <a:lnTo>
                  <a:pt x="7653584" y="1578114"/>
                </a:lnTo>
                <a:lnTo>
                  <a:pt x="0" y="15781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6000"/>
            </a:blip>
            <a:stretch>
              <a:fillRect t="-50364" b="-60745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97051" y="66169"/>
            <a:ext cx="1323101" cy="988717"/>
          </a:xfrm>
          <a:custGeom>
            <a:avLst/>
            <a:gdLst/>
            <a:ahLst/>
            <a:cxnLst/>
            <a:rect l="l" t="t" r="r" b="b"/>
            <a:pathLst>
              <a:path w="1323101" h="988717">
                <a:moveTo>
                  <a:pt x="0" y="0"/>
                </a:moveTo>
                <a:lnTo>
                  <a:pt x="1323101" y="0"/>
                </a:lnTo>
                <a:lnTo>
                  <a:pt x="1323101" y="988717"/>
                </a:lnTo>
                <a:lnTo>
                  <a:pt x="0" y="9887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920152" y="0"/>
            <a:ext cx="2964330" cy="560528"/>
          </a:xfrm>
          <a:custGeom>
            <a:avLst/>
            <a:gdLst/>
            <a:ahLst/>
            <a:cxnLst/>
            <a:rect l="l" t="t" r="r" b="b"/>
            <a:pathLst>
              <a:path w="2964330" h="560528">
                <a:moveTo>
                  <a:pt x="0" y="0"/>
                </a:moveTo>
                <a:lnTo>
                  <a:pt x="2964330" y="0"/>
                </a:lnTo>
                <a:lnTo>
                  <a:pt x="2964330" y="560528"/>
                </a:lnTo>
                <a:lnTo>
                  <a:pt x="0" y="5605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26162" y="1054886"/>
            <a:ext cx="1393990" cy="104465"/>
          </a:xfrm>
          <a:custGeom>
            <a:avLst/>
            <a:gdLst/>
            <a:ahLst/>
            <a:cxnLst/>
            <a:rect l="l" t="t" r="r" b="b"/>
            <a:pathLst>
              <a:path w="1393990" h="104465">
                <a:moveTo>
                  <a:pt x="0" y="0"/>
                </a:moveTo>
                <a:lnTo>
                  <a:pt x="1393990" y="0"/>
                </a:lnTo>
                <a:lnTo>
                  <a:pt x="1393990" y="104466"/>
                </a:lnTo>
                <a:lnTo>
                  <a:pt x="0" y="10446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r="-116931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540357" y="550443"/>
            <a:ext cx="3500605" cy="1094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1"/>
              </a:lnSpc>
            </a:pPr>
            <a:r>
              <a:rPr lang="en-US" sz="3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uto insurance </a:t>
            </a:r>
          </a:p>
          <a:p>
            <a:pPr algn="ctr">
              <a:lnSpc>
                <a:spcPts val="4799"/>
              </a:lnSpc>
            </a:pPr>
            <a:endParaRPr lang="en-US" sz="36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1" name="Freeform 11"/>
          <p:cNvSpPr/>
          <p:nvPr/>
        </p:nvSpPr>
        <p:spPr>
          <a:xfrm rot="-10800000">
            <a:off x="5187487" y="1054886"/>
            <a:ext cx="1393990" cy="104465"/>
          </a:xfrm>
          <a:custGeom>
            <a:avLst/>
            <a:gdLst/>
            <a:ahLst/>
            <a:cxnLst/>
            <a:rect l="l" t="t" r="r" b="b"/>
            <a:pathLst>
              <a:path w="1393990" h="104465">
                <a:moveTo>
                  <a:pt x="0" y="0"/>
                </a:moveTo>
                <a:lnTo>
                  <a:pt x="1393990" y="0"/>
                </a:lnTo>
                <a:lnTo>
                  <a:pt x="1393990" y="104466"/>
                </a:lnTo>
                <a:lnTo>
                  <a:pt x="0" y="10446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r="-116931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161956" y="855998"/>
            <a:ext cx="7815540" cy="2086518"/>
          </a:xfrm>
          <a:custGeom>
            <a:avLst/>
            <a:gdLst/>
            <a:ahLst/>
            <a:cxnLst/>
            <a:rect l="l" t="t" r="r" b="b"/>
            <a:pathLst>
              <a:path w="8663875" h="2055980">
                <a:moveTo>
                  <a:pt x="0" y="0"/>
                </a:moveTo>
                <a:lnTo>
                  <a:pt x="8663874" y="0"/>
                </a:lnTo>
                <a:lnTo>
                  <a:pt x="8663874" y="2055980"/>
                </a:lnTo>
                <a:lnTo>
                  <a:pt x="0" y="20559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1296" b="-126769"/>
            </a:stretch>
          </a:blipFill>
        </p:spPr>
      </p:sp>
      <p:sp>
        <p:nvSpPr>
          <p:cNvPr id="13" name="Freeform 13"/>
          <p:cNvSpPr/>
          <p:nvPr/>
        </p:nvSpPr>
        <p:spPr>
          <a:xfrm rot="-10800000">
            <a:off x="5187487" y="2491533"/>
            <a:ext cx="1393990" cy="104465"/>
          </a:xfrm>
          <a:custGeom>
            <a:avLst/>
            <a:gdLst/>
            <a:ahLst/>
            <a:cxnLst/>
            <a:rect l="l" t="t" r="r" b="b"/>
            <a:pathLst>
              <a:path w="1393990" h="104465">
                <a:moveTo>
                  <a:pt x="0" y="0"/>
                </a:moveTo>
                <a:lnTo>
                  <a:pt x="1393990" y="0"/>
                </a:lnTo>
                <a:lnTo>
                  <a:pt x="1393990" y="104466"/>
                </a:lnTo>
                <a:lnTo>
                  <a:pt x="0" y="10446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r="-116931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83497" y="2491533"/>
            <a:ext cx="1393990" cy="104465"/>
          </a:xfrm>
          <a:custGeom>
            <a:avLst/>
            <a:gdLst/>
            <a:ahLst/>
            <a:cxnLst/>
            <a:rect l="l" t="t" r="r" b="b"/>
            <a:pathLst>
              <a:path w="1393990" h="104465">
                <a:moveTo>
                  <a:pt x="0" y="0"/>
                </a:moveTo>
                <a:lnTo>
                  <a:pt x="1393991" y="0"/>
                </a:lnTo>
                <a:lnTo>
                  <a:pt x="1393991" y="104466"/>
                </a:lnTo>
                <a:lnTo>
                  <a:pt x="0" y="10446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r="-116931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0" y="7165973"/>
            <a:ext cx="7556500" cy="1635697"/>
            <a:chOff x="0" y="0"/>
            <a:chExt cx="2742872" cy="62924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42872" cy="629249"/>
            </a:xfrm>
            <a:custGeom>
              <a:avLst/>
              <a:gdLst/>
              <a:ahLst/>
              <a:cxnLst/>
              <a:rect l="l" t="t" r="r" b="b"/>
              <a:pathLst>
                <a:path w="2742872" h="629249">
                  <a:moveTo>
                    <a:pt x="0" y="0"/>
                  </a:moveTo>
                  <a:lnTo>
                    <a:pt x="2742872" y="0"/>
                  </a:lnTo>
                  <a:lnTo>
                    <a:pt x="2742872" y="629249"/>
                  </a:lnTo>
                  <a:lnTo>
                    <a:pt x="0" y="629249"/>
                  </a:lnTo>
                  <a:close/>
                </a:path>
              </a:pathLst>
            </a:custGeom>
            <a:solidFill>
              <a:srgbClr val="EDF4FD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2742872" cy="6578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78176" y="7548673"/>
            <a:ext cx="912040" cy="91204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714129" y="7548673"/>
            <a:ext cx="912040" cy="912040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16787" y="7548673"/>
            <a:ext cx="912040" cy="912040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341144" y="7548673"/>
            <a:ext cx="912040" cy="912040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7819" y="9091397"/>
            <a:ext cx="4288988" cy="401839"/>
            <a:chOff x="0" y="0"/>
            <a:chExt cx="1537077" cy="14401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537077" cy="144010"/>
            </a:xfrm>
            <a:custGeom>
              <a:avLst/>
              <a:gdLst/>
              <a:ahLst/>
              <a:cxnLst/>
              <a:rect l="l" t="t" r="r" b="b"/>
              <a:pathLst>
                <a:path w="1537077" h="144010">
                  <a:moveTo>
                    <a:pt x="0" y="0"/>
                  </a:moveTo>
                  <a:lnTo>
                    <a:pt x="1537077" y="0"/>
                  </a:lnTo>
                  <a:lnTo>
                    <a:pt x="1537077" y="144010"/>
                  </a:lnTo>
                  <a:lnTo>
                    <a:pt x="0" y="144010"/>
                  </a:lnTo>
                  <a:close/>
                </a:path>
              </a:pathLst>
            </a:custGeom>
            <a:solidFill>
              <a:srgbClr val="004AAD">
                <a:alpha val="28627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1537077" cy="1725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75658" y="9598011"/>
            <a:ext cx="4288988" cy="401839"/>
            <a:chOff x="0" y="0"/>
            <a:chExt cx="1537077" cy="14401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537077" cy="144010"/>
            </a:xfrm>
            <a:custGeom>
              <a:avLst/>
              <a:gdLst/>
              <a:ahLst/>
              <a:cxnLst/>
              <a:rect l="l" t="t" r="r" b="b"/>
              <a:pathLst>
                <a:path w="1537077" h="144010">
                  <a:moveTo>
                    <a:pt x="0" y="0"/>
                  </a:moveTo>
                  <a:lnTo>
                    <a:pt x="1537077" y="0"/>
                  </a:lnTo>
                  <a:lnTo>
                    <a:pt x="1537077" y="144010"/>
                  </a:lnTo>
                  <a:lnTo>
                    <a:pt x="0" y="144010"/>
                  </a:lnTo>
                  <a:close/>
                </a:path>
              </a:pathLst>
            </a:custGeom>
            <a:solidFill>
              <a:srgbClr val="004AAD">
                <a:alpha val="28627"/>
              </a:srgb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1537077" cy="1725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83497" y="10104626"/>
            <a:ext cx="4288988" cy="401839"/>
            <a:chOff x="0" y="0"/>
            <a:chExt cx="1537077" cy="14401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37077" cy="144010"/>
            </a:xfrm>
            <a:custGeom>
              <a:avLst/>
              <a:gdLst/>
              <a:ahLst/>
              <a:cxnLst/>
              <a:rect l="l" t="t" r="r" b="b"/>
              <a:pathLst>
                <a:path w="1537077" h="144010">
                  <a:moveTo>
                    <a:pt x="0" y="0"/>
                  </a:moveTo>
                  <a:lnTo>
                    <a:pt x="1537077" y="0"/>
                  </a:lnTo>
                  <a:lnTo>
                    <a:pt x="1537077" y="144010"/>
                  </a:lnTo>
                  <a:lnTo>
                    <a:pt x="0" y="144010"/>
                  </a:lnTo>
                  <a:close/>
                </a:path>
              </a:pathLst>
            </a:custGeom>
            <a:solidFill>
              <a:srgbClr val="004AAD">
                <a:alpha val="28627"/>
              </a:srgbClr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1537077" cy="1725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39" name="Freeform 39"/>
          <p:cNvSpPr/>
          <p:nvPr/>
        </p:nvSpPr>
        <p:spPr>
          <a:xfrm>
            <a:off x="135180" y="3327333"/>
            <a:ext cx="327341" cy="258021"/>
          </a:xfrm>
          <a:custGeom>
            <a:avLst/>
            <a:gdLst/>
            <a:ahLst/>
            <a:cxnLst/>
            <a:rect l="l" t="t" r="r" b="b"/>
            <a:pathLst>
              <a:path w="327341" h="258021">
                <a:moveTo>
                  <a:pt x="0" y="0"/>
                </a:moveTo>
                <a:lnTo>
                  <a:pt x="327340" y="0"/>
                </a:lnTo>
                <a:lnTo>
                  <a:pt x="327340" y="258022"/>
                </a:lnTo>
                <a:lnTo>
                  <a:pt x="0" y="25802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49073" y="3817112"/>
            <a:ext cx="327341" cy="258021"/>
          </a:xfrm>
          <a:custGeom>
            <a:avLst/>
            <a:gdLst/>
            <a:ahLst/>
            <a:cxnLst/>
            <a:rect l="l" t="t" r="r" b="b"/>
            <a:pathLst>
              <a:path w="327341" h="258021">
                <a:moveTo>
                  <a:pt x="0" y="0"/>
                </a:moveTo>
                <a:lnTo>
                  <a:pt x="327340" y="0"/>
                </a:lnTo>
                <a:lnTo>
                  <a:pt x="327340" y="258021"/>
                </a:lnTo>
                <a:lnTo>
                  <a:pt x="0" y="25802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35181" y="4395235"/>
            <a:ext cx="327341" cy="258021"/>
          </a:xfrm>
          <a:custGeom>
            <a:avLst/>
            <a:gdLst/>
            <a:ahLst/>
            <a:cxnLst/>
            <a:rect l="l" t="t" r="r" b="b"/>
            <a:pathLst>
              <a:path w="327341" h="258021">
                <a:moveTo>
                  <a:pt x="0" y="0"/>
                </a:moveTo>
                <a:lnTo>
                  <a:pt x="327340" y="0"/>
                </a:lnTo>
                <a:lnTo>
                  <a:pt x="327340" y="258022"/>
                </a:lnTo>
                <a:lnTo>
                  <a:pt x="0" y="25802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232789" y="8976878"/>
            <a:ext cx="509787" cy="516359"/>
          </a:xfrm>
          <a:custGeom>
            <a:avLst/>
            <a:gdLst/>
            <a:ahLst/>
            <a:cxnLst/>
            <a:rect l="l" t="t" r="r" b="b"/>
            <a:pathLst>
              <a:path w="509787" h="516359">
                <a:moveTo>
                  <a:pt x="0" y="0"/>
                </a:moveTo>
                <a:lnTo>
                  <a:pt x="509787" y="0"/>
                </a:lnTo>
                <a:lnTo>
                  <a:pt x="509787" y="516358"/>
                </a:lnTo>
                <a:lnTo>
                  <a:pt x="0" y="5163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259841" y="9566707"/>
            <a:ext cx="433144" cy="433144"/>
          </a:xfrm>
          <a:custGeom>
            <a:avLst/>
            <a:gdLst/>
            <a:ahLst/>
            <a:cxnLst/>
            <a:rect l="l" t="t" r="r" b="b"/>
            <a:pathLst>
              <a:path w="433144" h="433144">
                <a:moveTo>
                  <a:pt x="0" y="0"/>
                </a:moveTo>
                <a:lnTo>
                  <a:pt x="433144" y="0"/>
                </a:lnTo>
                <a:lnTo>
                  <a:pt x="433144" y="433144"/>
                </a:lnTo>
                <a:lnTo>
                  <a:pt x="0" y="43314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312743" y="10076051"/>
            <a:ext cx="334183" cy="515118"/>
          </a:xfrm>
          <a:custGeom>
            <a:avLst/>
            <a:gdLst/>
            <a:ahLst/>
            <a:cxnLst/>
            <a:rect l="l" t="t" r="r" b="b"/>
            <a:pathLst>
              <a:path w="334183" h="515118">
                <a:moveTo>
                  <a:pt x="0" y="0"/>
                </a:moveTo>
                <a:lnTo>
                  <a:pt x="334183" y="0"/>
                </a:lnTo>
                <a:lnTo>
                  <a:pt x="334183" y="515117"/>
                </a:lnTo>
                <a:lnTo>
                  <a:pt x="0" y="51511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2659474" y="7530111"/>
            <a:ext cx="966694" cy="966694"/>
          </a:xfrm>
          <a:custGeom>
            <a:avLst/>
            <a:gdLst/>
            <a:ahLst/>
            <a:cxnLst/>
            <a:rect l="l" t="t" r="r" b="b"/>
            <a:pathLst>
              <a:path w="966694" h="966694">
                <a:moveTo>
                  <a:pt x="0" y="0"/>
                </a:moveTo>
                <a:lnTo>
                  <a:pt x="966694" y="0"/>
                </a:lnTo>
                <a:lnTo>
                  <a:pt x="966694" y="966695"/>
                </a:lnTo>
                <a:lnTo>
                  <a:pt x="0" y="96669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608904" y="7471073"/>
            <a:ext cx="1025733" cy="1025733"/>
          </a:xfrm>
          <a:custGeom>
            <a:avLst/>
            <a:gdLst/>
            <a:ahLst/>
            <a:cxnLst/>
            <a:rect l="l" t="t" r="r" b="b"/>
            <a:pathLst>
              <a:path w="1025733" h="1025733">
                <a:moveTo>
                  <a:pt x="0" y="0"/>
                </a:moveTo>
                <a:lnTo>
                  <a:pt x="1025733" y="0"/>
                </a:lnTo>
                <a:lnTo>
                  <a:pt x="1025733" y="1025733"/>
                </a:lnTo>
                <a:lnTo>
                  <a:pt x="0" y="102573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4402317" y="7408823"/>
            <a:ext cx="1150233" cy="1150233"/>
          </a:xfrm>
          <a:custGeom>
            <a:avLst/>
            <a:gdLst/>
            <a:ahLst/>
            <a:cxnLst/>
            <a:rect l="l" t="t" r="r" b="b"/>
            <a:pathLst>
              <a:path w="1150233" h="1150233">
                <a:moveTo>
                  <a:pt x="0" y="0"/>
                </a:moveTo>
                <a:lnTo>
                  <a:pt x="1150233" y="0"/>
                </a:lnTo>
                <a:lnTo>
                  <a:pt x="1150233" y="1150233"/>
                </a:lnTo>
                <a:lnTo>
                  <a:pt x="0" y="115023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6282837" y="7324833"/>
            <a:ext cx="1125364" cy="1125364"/>
          </a:xfrm>
          <a:custGeom>
            <a:avLst/>
            <a:gdLst/>
            <a:ahLst/>
            <a:cxnLst/>
            <a:rect l="l" t="t" r="r" b="b"/>
            <a:pathLst>
              <a:path w="1125364" h="1125364">
                <a:moveTo>
                  <a:pt x="0" y="0"/>
                </a:moveTo>
                <a:lnTo>
                  <a:pt x="1125363" y="0"/>
                </a:lnTo>
                <a:lnTo>
                  <a:pt x="1125363" y="1125364"/>
                </a:lnTo>
                <a:lnTo>
                  <a:pt x="0" y="1125364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440051" y="6274023"/>
            <a:ext cx="1239021" cy="1239021"/>
          </a:xfrm>
          <a:custGeom>
            <a:avLst/>
            <a:gdLst/>
            <a:ahLst/>
            <a:cxnLst/>
            <a:rect l="l" t="t" r="r" b="b"/>
            <a:pathLst>
              <a:path w="1239021" h="1239021">
                <a:moveTo>
                  <a:pt x="0" y="0"/>
                </a:moveTo>
                <a:lnTo>
                  <a:pt x="1239021" y="0"/>
                </a:lnTo>
                <a:lnTo>
                  <a:pt x="1239021" y="1239021"/>
                </a:lnTo>
                <a:lnTo>
                  <a:pt x="0" y="1239021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4116194" y="6290602"/>
            <a:ext cx="1239021" cy="1239021"/>
          </a:xfrm>
          <a:custGeom>
            <a:avLst/>
            <a:gdLst/>
            <a:ahLst/>
            <a:cxnLst/>
            <a:rect l="l" t="t" r="r" b="b"/>
            <a:pathLst>
              <a:path w="1239021" h="1239021">
                <a:moveTo>
                  <a:pt x="0" y="0"/>
                </a:moveTo>
                <a:lnTo>
                  <a:pt x="1239021" y="0"/>
                </a:lnTo>
                <a:lnTo>
                  <a:pt x="1239021" y="1239021"/>
                </a:lnTo>
                <a:lnTo>
                  <a:pt x="0" y="1239021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2412824" y="6309652"/>
            <a:ext cx="1239021" cy="1239021"/>
          </a:xfrm>
          <a:custGeom>
            <a:avLst/>
            <a:gdLst/>
            <a:ahLst/>
            <a:cxnLst/>
            <a:rect l="l" t="t" r="r" b="b"/>
            <a:pathLst>
              <a:path w="1239021" h="1239021">
                <a:moveTo>
                  <a:pt x="0" y="0"/>
                </a:moveTo>
                <a:lnTo>
                  <a:pt x="1239021" y="0"/>
                </a:lnTo>
                <a:lnTo>
                  <a:pt x="1239021" y="1239021"/>
                </a:lnTo>
                <a:lnTo>
                  <a:pt x="0" y="1239021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5887057" y="6271552"/>
            <a:ext cx="1239021" cy="1239021"/>
          </a:xfrm>
          <a:custGeom>
            <a:avLst/>
            <a:gdLst/>
            <a:ahLst/>
            <a:cxnLst/>
            <a:rect l="l" t="t" r="r" b="b"/>
            <a:pathLst>
              <a:path w="1239021" h="1239021">
                <a:moveTo>
                  <a:pt x="0" y="0"/>
                </a:moveTo>
                <a:lnTo>
                  <a:pt x="1239020" y="0"/>
                </a:lnTo>
                <a:lnTo>
                  <a:pt x="1239020" y="1239021"/>
                </a:lnTo>
                <a:lnTo>
                  <a:pt x="0" y="1239021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4224363" y="5055331"/>
            <a:ext cx="3293263" cy="1370821"/>
          </a:xfrm>
          <a:custGeom>
            <a:avLst/>
            <a:gdLst/>
            <a:ahLst/>
            <a:cxnLst/>
            <a:rect l="l" t="t" r="r" b="b"/>
            <a:pathLst>
              <a:path w="3293263" h="1370821">
                <a:moveTo>
                  <a:pt x="0" y="0"/>
                </a:moveTo>
                <a:lnTo>
                  <a:pt x="3293264" y="0"/>
                </a:lnTo>
                <a:lnTo>
                  <a:pt x="3293264" y="1370821"/>
                </a:lnTo>
                <a:lnTo>
                  <a:pt x="0" y="137082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4389101" y="2911978"/>
            <a:ext cx="2864083" cy="2291267"/>
          </a:xfrm>
          <a:custGeom>
            <a:avLst/>
            <a:gdLst/>
            <a:ahLst/>
            <a:cxnLst/>
            <a:rect l="l" t="t" r="r" b="b"/>
            <a:pathLst>
              <a:path w="2864083" h="2291267">
                <a:moveTo>
                  <a:pt x="0" y="0"/>
                </a:moveTo>
                <a:lnTo>
                  <a:pt x="2864083" y="0"/>
                </a:lnTo>
                <a:lnTo>
                  <a:pt x="2864083" y="2291266"/>
                </a:lnTo>
                <a:lnTo>
                  <a:pt x="0" y="2291266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5354507" y="8758741"/>
            <a:ext cx="1898677" cy="1898677"/>
          </a:xfrm>
          <a:custGeom>
            <a:avLst/>
            <a:gdLst/>
            <a:ahLst/>
            <a:cxnLst/>
            <a:rect l="l" t="t" r="r" b="b"/>
            <a:pathLst>
              <a:path w="1898677" h="1898677">
                <a:moveTo>
                  <a:pt x="0" y="0"/>
                </a:moveTo>
                <a:lnTo>
                  <a:pt x="1898677" y="0"/>
                </a:lnTo>
                <a:lnTo>
                  <a:pt x="1898677" y="1898677"/>
                </a:lnTo>
                <a:lnTo>
                  <a:pt x="0" y="1898677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a:blipFill>
        </p:spPr>
      </p:sp>
      <p:sp>
        <p:nvSpPr>
          <p:cNvPr id="56" name="TextBox 56"/>
          <p:cNvSpPr txBox="1"/>
          <p:nvPr/>
        </p:nvSpPr>
        <p:spPr>
          <a:xfrm>
            <a:off x="2251139" y="2190407"/>
            <a:ext cx="2801411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FFC10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MOROCCO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-36415" y="1636776"/>
            <a:ext cx="7376517" cy="5634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12"/>
              </a:lnSpc>
              <a:spcBef>
                <a:spcPct val="0"/>
              </a:spcBef>
            </a:pPr>
            <a:r>
              <a:rPr lang="en-US" sz="3366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AUTOMOBILE INSURANCE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2920152" y="739590"/>
            <a:ext cx="2259752" cy="563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Ouarzazat</a:t>
            </a:r>
            <a:r>
              <a:rPr lang="en-US" sz="3200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endParaRPr lang="en-US" sz="3200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424145" y="6785562"/>
            <a:ext cx="1251466" cy="199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050" b="1" dirty="0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Our advantages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59009" y="8471418"/>
            <a:ext cx="1325523" cy="19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  <a:spcBef>
                <a:spcPct val="0"/>
              </a:spcBef>
            </a:pPr>
            <a:r>
              <a:rPr lang="en-US" sz="1100" b="1">
                <a:solidFill>
                  <a:srgbClr val="004AAD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Competitive prices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492068" y="8471418"/>
            <a:ext cx="1184225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4AAD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National coverage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065349" y="8471418"/>
            <a:ext cx="1315522" cy="34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" lvl="1" algn="ctr">
              <a:lnSpc>
                <a:spcPts val="1400"/>
              </a:lnSpc>
              <a:spcBef>
                <a:spcPct val="0"/>
              </a:spcBef>
            </a:pPr>
            <a:r>
              <a:rPr lang="en-US" sz="1000" b="1" dirty="0">
                <a:solidFill>
                  <a:srgbClr val="004AAD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Fast subscription</a:t>
            </a:r>
          </a:p>
          <a:p>
            <a:pPr algn="ctr">
              <a:lnSpc>
                <a:spcPts val="1400"/>
              </a:lnSpc>
              <a:spcBef>
                <a:spcPct val="0"/>
              </a:spcBef>
            </a:pPr>
            <a:endParaRPr lang="en-US" sz="1000" b="1" dirty="0">
              <a:solidFill>
                <a:srgbClr val="004AAD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4462505" y="8471418"/>
            <a:ext cx="1020604" cy="17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  <a:spcBef>
                <a:spcPct val="0"/>
              </a:spcBef>
            </a:pPr>
            <a:r>
              <a:rPr lang="en-US" sz="1000" b="1">
                <a:solidFill>
                  <a:srgbClr val="004AAD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24/7 assistance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31321" y="9119972"/>
            <a:ext cx="789682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Call us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991394" y="9119972"/>
            <a:ext cx="1330253" cy="263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00" b="1" dirty="0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0688888888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-161956" y="9655161"/>
            <a:ext cx="6040962" cy="266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 dirty="0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email: contact@ouarzazate.com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09924" y="10191667"/>
            <a:ext cx="4404777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adresse: avenue mohamed V,ouarzazate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67591" y="3318518"/>
            <a:ext cx="3438147" cy="266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 dirty="0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Third-Party Insurance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87682" y="3818244"/>
            <a:ext cx="3331689" cy="266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 dirty="0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Third-Party Plus Insurance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87682" y="4350557"/>
            <a:ext cx="3872937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b="1" dirty="0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Comprehensive Insurance (All Risks)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803258" y="6799727"/>
            <a:ext cx="458153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Cars 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224363" y="6764697"/>
            <a:ext cx="1068586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Motorcycles 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226294" y="6750002"/>
            <a:ext cx="560546" cy="22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 b="1">
                <a:solidFill>
                  <a:srgbClr val="FFFFFF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Trucks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49</Words>
  <Application>Microsoft Office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Open Sans Bold</vt:lpstr>
      <vt:lpstr>Canva Sans</vt:lpstr>
      <vt:lpstr>Canva Sans Bold</vt:lpstr>
      <vt:lpstr>Arial</vt:lpstr>
      <vt:lpstr>Playpen Sans Bold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Photo Missing Dog Ad Flyer</dc:title>
  <cp:lastModifiedBy>Merouan</cp:lastModifiedBy>
  <cp:revision>4</cp:revision>
  <dcterms:created xsi:type="dcterms:W3CDTF">2006-08-16T00:00:00Z</dcterms:created>
  <dcterms:modified xsi:type="dcterms:W3CDTF">2025-12-31T21:04:52Z</dcterms:modified>
  <dc:identifier>DAG8-FH81PU</dc:identifier>
</cp:coreProperties>
</file>